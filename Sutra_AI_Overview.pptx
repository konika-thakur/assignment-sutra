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Sutra.AI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Startup Evaluation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startup submissions by ingesting a pitch deck, video transcript, code repository, and prototype URL. Extracts claims, retrieves evidence via vector search, validates each claim with LLM reasoning, and produces rubric-based scores grounded in source citations.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11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201168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PDF/PPTX deck, video transcript, website crawl, code repo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286000"/>
            <a:ext cx="201168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2286000"/>
            <a:ext cx="20116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633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 via LangChain for semantic chunking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201168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155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286000"/>
            <a:ext cx="2011680" cy="5486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633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in-memory vector store with similarity search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201168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164E6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286000"/>
            <a:ext cx="2011680" cy="54864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633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llama3 locally — no external API keys required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850392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1012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CRITERIA  (Score 1–5 per criterion, with citations &amp; confidence)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5740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9476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Quality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850392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" y="4389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Ollama / llama3  ·  LangChain  ·  Qdrant  ·  HuggingFace MiniLM  ·  pypdf  ·  Whisper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4133088"/>
            <a:ext cx="25603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4169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·  Claim validation  ·  Scores  ·  Citations  ·  Confidence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github.com/Konika-Thakur/Sutra.AI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Sutra.AI – AI-Assisted Evaluation System</dc:title>
  <dc:subject>PptxGenJS Presentation</dc:subject>
  <dc:creator>PptxGenJS</dc:creator>
  <cp:lastModifiedBy>PptxGenJS</cp:lastModifiedBy>
  <cp:revision>1</cp:revision>
  <dcterms:created xsi:type="dcterms:W3CDTF">2026-04-30T08:04:49Z</dcterms:created>
  <dcterms:modified xsi:type="dcterms:W3CDTF">2026-04-30T08:04:49Z</dcterms:modified>
</cp:coreProperties>
</file>